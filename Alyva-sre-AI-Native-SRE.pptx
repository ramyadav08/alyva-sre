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9659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Alyva</a:t>
            </a:r>
            <a:r>
              <a:rPr sz="3000" b="1">
                <a:solidFill>
                  <a:srgbClr val="FF6B2B"/>
                </a:solidFill>
                <a:latin typeface="Arial"/>
              </a:rPr>
              <a:t>-sre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803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An AI-Native SRE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703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3C2B7"/>
                </a:solidFill>
                <a:latin typeface="Arial"/>
              </a:rPr>
              <a:t>Onboarding · Alert Rules · Detection &amp; RCA — reasoning is the mechanism, not a feature bolted on 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8A9"/>
                </a:solidFill>
                <a:latin typeface="Arial"/>
              </a:rPr>
              <a:t>Team 1  ·  SREonCall Hackathon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822960" cy="381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2B"/>
                </a:solidFill>
                <a:latin typeface="Arial"/>
              </a:rPr>
              <a:t>THE GATE, CHECKED BEFORE ANYTHING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AI-native, not AI-enabled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05840" cy="381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383280" cy="35661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odle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221992"/>
            <a:ext cx="502920" cy="50292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914400" y="224028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8B98A9"/>
                </a:solidFill>
                <a:latin typeface="Arial"/>
              </a:rPr>
              <a:t>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8346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3C2B7"/>
                </a:solidFill>
                <a:latin typeface="Arial"/>
              </a:rPr>
              <a:t>No AI at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383280" cy="35661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oodle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221992"/>
            <a:ext cx="502920" cy="50292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4617720" y="224028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8B98A9"/>
                </a:solidFill>
                <a:latin typeface="Arial"/>
              </a:rPr>
              <a:t>AI-enabled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80360"/>
            <a:ext cx="28346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3C2B7"/>
                </a:solidFill>
                <a:latin typeface="Arial"/>
              </a:rPr>
              <a:t>A deterministic app with a chatbot or summarizer bolted on 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65960"/>
            <a:ext cx="3383280" cy="35661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FF6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odle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221992"/>
            <a:ext cx="502920" cy="50292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8321040" y="224028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6B2B"/>
                </a:solidFill>
                <a:latin typeface="Arial"/>
              </a:rPr>
              <a:t>AI-native  — 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80360"/>
            <a:ext cx="28346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Delete every LLM call and there is nothing left: no drafted thresholds, no hypothesis, no chat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8A9"/>
                </a:solidFill>
                <a:latin typeface="Arial"/>
              </a:rPr>
              <a:t>Checked pass/fail, before the 6-trait score — not folded into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B98A9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Alyva</a:t>
            </a:r>
            <a:r>
              <a:rPr sz="1400" b="1">
                <a:solidFill>
                  <a:srgbClr val="FF6B2B"/>
                </a:solidFill>
                <a:latin typeface="Arial"/>
              </a:rPr>
              <a:t>-sre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2B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Three skills, one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05840" cy="381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383280" cy="35661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odle_magnif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221992"/>
            <a:ext cx="502920" cy="50292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914400" y="2240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6B2B"/>
                </a:solidFill>
                <a:latin typeface="Arial"/>
              </a:rPr>
              <a:t>1.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8346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C3C2B7"/>
                </a:solidFill>
                <a:latin typeface="Arial"/>
              </a:rPr>
              <a:t>Discovers real services from telemetry. Asks only what it can't derive — never guesses criticality or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383280" cy="35661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oodle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221992"/>
            <a:ext cx="502920" cy="50292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4617720" y="2240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6B2B"/>
                </a:solidFill>
                <a:latin typeface="Arial"/>
              </a:rPr>
              <a:t>2. Alert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34640"/>
            <a:ext cx="28346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C3C2B7"/>
                </a:solidFill>
                <a:latin typeface="Arial"/>
              </a:rPr>
              <a:t>Drafts thresholds from real baselines. Backtests, self-tunes, never mutes noise away — only cited adjustments.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65960"/>
            <a:ext cx="3383280" cy="35661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odle_b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2221992"/>
            <a:ext cx="502920" cy="50292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8321040" y="2240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6B2B"/>
                </a:solidFill>
                <a:latin typeface="Arial"/>
              </a:rPr>
              <a:t>3. Detection &amp; 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34640"/>
            <a:ext cx="28346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C3C2B7"/>
                </a:solidFill>
                <a:latin typeface="Arial"/>
              </a:rPr>
              <a:t>Triggers on a real approved-rule breach. Multi-turn tool use, forced structured report, skeptic pass.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8A9"/>
                </a:solidFill>
                <a:latin typeface="Arial"/>
              </a:rPr>
              <a:t>Each reads the last one's output — one Project Profile, one rule set, one evidence ledger.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B98A9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Alyva</a:t>
            </a:r>
            <a:r>
              <a:rPr sz="1400" b="1">
                <a:solidFill>
                  <a:srgbClr val="FF6B2B"/>
                </a:solidFill>
                <a:latin typeface="Arial"/>
              </a:rPr>
              <a:t>-sre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2B"/>
                </a:solidFill>
                <a:latin typeface="Arial"/>
              </a:rPr>
              <a:t>SCORED ON THESE, NOT VIBES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The 6 traits, with real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05840" cy="381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57800" cy="126187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0823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2B"/>
                </a:solidFill>
                <a:latin typeface="Arial"/>
              </a:rPr>
              <a:t>Observability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41447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Every number traces to a live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4519"/>
            <a:ext cx="5257800" cy="126187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20823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2B"/>
                </a:solidFill>
                <a:latin typeface="Arial"/>
              </a:rPr>
              <a:t>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41447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3 schedulers confirmed firing unattended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00983"/>
            <a:ext cx="5257800" cy="126187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47287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2B"/>
                </a:solidFill>
                <a:latin typeface="Arial"/>
              </a:rPr>
              <a:t>Auditability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Evidence ledger on every claim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300983"/>
            <a:ext cx="5257800" cy="126187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447287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2B"/>
                </a:solidFill>
                <a:latin typeface="Arial"/>
              </a:rPr>
              <a:t>Malleability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67911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Follow-ups re-enter the same investigation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27447"/>
            <a:ext cx="5257800" cy="126187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73751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2B"/>
                </a:solidFill>
                <a:latin typeface="Arial"/>
              </a:rPr>
              <a:t>Progressive disclosure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94375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Headline first, evidence on demand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27447"/>
            <a:ext cx="5257800" cy="1261872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73751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B2B"/>
                </a:solidFill>
                <a:latin typeface="Arial"/>
              </a:rPr>
              <a:t>Ownership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294375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Real PR opened, edit-then-approve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B98A9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Alyva</a:t>
            </a:r>
            <a:r>
              <a:rPr sz="1400" b="1">
                <a:solidFill>
                  <a:srgbClr val="FF6B2B"/>
                </a:solidFill>
                <a:latin typeface="Arial"/>
              </a:rPr>
              <a:t>-sre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2B"/>
                </a:solidFill>
                <a:latin typeface="Arial"/>
              </a:rPr>
              <a:t>WHERE WE'RE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Self-learning — real, not aspirational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05840" cy="381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No agent decides if a pattern is promoted — pure code does. Same four-gate test across all 3 skills: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2057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Generalizable</a:t>
            </a:r>
          </a:p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(2+ matches, not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69748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880360"/>
            <a:ext cx="2057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Material</a:t>
            </a:r>
          </a:p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(consistent, not noise)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9748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880360"/>
            <a:ext cx="2057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Not already captured</a:t>
            </a:r>
          </a:p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(computed fresh)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69748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2880360"/>
            <a:ext cx="2057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Minimal footprint</a:t>
            </a:r>
          </a:p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C3C2B7"/>
                </a:solidFill>
                <a:latin typeface="Arial"/>
              </a:rPr>
              <a:t>(no new code path)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FF6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53712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All 3 other teams scored 0–50 on Self-learning specifically ("no persisted correction loop" / “half still weak”).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This is our clearest relative edge — tested with real prior-edit data, not claimed.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B98A9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Alyva</a:t>
            </a:r>
            <a:r>
              <a:rPr sz="1400" b="1">
                <a:solidFill>
                  <a:srgbClr val="FF6B2B"/>
                </a:solidFill>
                <a:latin typeface="Arial"/>
              </a:rPr>
              <a:t>-sre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2B"/>
                </a:solidFill>
                <a:latin typeface="Arial"/>
              </a:rPr>
              <a:t>NOT A DEMO SCENARIO — FOUND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418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The agent found a real, recurring bug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05840" cy="381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odle_b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868680" cy="868680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40080" y="1920240"/>
            <a:ext cx="108813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Drilling into an actual trace's span data (not just the trace ID) surfaced: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“Error: Product Catalog Fail Feature Flag Enabled”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→ cascading into checkout: “failed to prepare order: failed to get product”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This explained nearly every live incident found across the whole build session —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confirmed independently by an adversarial skeptic pass shown the same raw evidence,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without being told the conclusion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B98A9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Alyva</a:t>
            </a:r>
            <a:r>
              <a:rPr sz="1400" b="1">
                <a:solidFill>
                  <a:srgbClr val="FF6B2B"/>
                </a:solidFill>
                <a:latin typeface="Arial"/>
              </a:rPr>
              <a:t>-sre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2B"/>
                </a:solidFill>
                <a:latin typeface="Arial"/>
              </a:rPr>
              <a:t>WHAT IT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Live dashboard — metrics, traces, logs, 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05840" cy="381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767" y="1874519"/>
            <a:ext cx="7884160" cy="4434840"/>
          </a:xfrm>
          <a:prstGeom prst="rect">
            <a:avLst/>
          </a:prstGeom>
          <a:ln w="1270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B98A9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Alyva</a:t>
            </a:r>
            <a:r>
              <a:rPr sz="1400" b="1">
                <a:solidFill>
                  <a:srgbClr val="FF6B2B"/>
                </a:solidFill>
                <a:latin typeface="Arial"/>
              </a:rPr>
              <a:t>-sre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2B"/>
                </a:solidFill>
                <a:latin typeface="Arial"/>
              </a:rPr>
              <a:t>THE ONE RULE THAT'S NEVER NEGOTIABLE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9418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Self-correction never blinds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05840" cy="381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odle_nom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57200"/>
            <a:ext cx="868680" cy="868680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40080" y="2103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FFFFFF"/>
                </a:solidFill>
                <a:latin typeface="Arial"/>
              </a:rPr>
              <a:t>An agent that “fixes” noise by muting its own alert or disabling its own collector is blinding itself, not fixing anything.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66160"/>
            <a:ext cx="10881360" cy="2011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FF6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32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No mute / disable / collector-config tool exists in any skill's registry — anywhere.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Structural, not a prompt asking nicely.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B98A9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Alyva</a:t>
            </a:r>
            <a:r>
              <a:rPr sz="1400" b="1">
                <a:solidFill>
                  <a:srgbClr val="FF6B2B"/>
                </a:solidFill>
                <a:latin typeface="Arial"/>
              </a:rPr>
              <a:t>-sre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2B"/>
                </a:solidFill>
                <a:latin typeface="Arial"/>
              </a:rPr>
              <a:t>WHERE THIS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70.4 · 2nd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05840" cy="381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0350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C3C2B7"/>
                </a:solidFill>
                <a:latin typeface="Arial"/>
              </a:rPr>
              <a:t>3 skills + dashboard, tested against live data all session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C3C2B7"/>
                </a:solidFill>
                <a:latin typeface="Arial"/>
              </a:rPr>
              <a:t>Real bugs found and fixed via testing — not claimed, run and shown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C3C2B7"/>
                </a:solidFill>
                <a:latin typeface="Arial"/>
              </a:rPr>
              <a:t>Real PR-opening (draft-then-approve) tested end-to-end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103120"/>
            <a:ext cx="4572000" cy="30175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28600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CA30C"/>
                </a:solidFill>
                <a:latin typeface="Arial"/>
              </a:rPr>
              <a:t>Self-learning + 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788920"/>
            <a:ext cx="4023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Every other team scored weak here.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We have tested code, not a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B98A9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Alyva</a:t>
            </a:r>
            <a:r>
              <a:rPr sz="1400" b="1">
                <a:solidFill>
                  <a:srgbClr val="FF6B2B"/>
                </a:solidFill>
                <a:latin typeface="Arial"/>
              </a:rPr>
              <a:t>-sre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7432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Alyva</a:t>
            </a:r>
            <a:r>
              <a:rPr sz="3000" b="1">
                <a:solidFill>
                  <a:srgbClr val="FF6B2B"/>
                </a:solidFill>
                <a:latin typeface="Arial"/>
              </a:rPr>
              <a:t>-sre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6576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389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B98A9"/>
                </a:solidFill>
                <a:latin typeface="Arial"/>
              </a:rPr>
              <a:t>Questions — or ask it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06040"/>
            <a:ext cx="822960" cy="381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